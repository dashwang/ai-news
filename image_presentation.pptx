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0876643-9e48-460c-a23b-ef024c9f78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790323"/>
            <a:ext cx="9144000" cy="5277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a0876643-9e48-460c-a23b-ef024c9f7806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